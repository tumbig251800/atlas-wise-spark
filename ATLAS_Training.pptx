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0" y="-182880"/>
            <a:ext cx="3200400" cy="32004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🏫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อบรมการใช้งาน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 ATLAS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99923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Teaching Analytics System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520440"/>
            <a:ext cx="41148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703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📅  วันอบรม: 5 พฤษภาคม 2569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023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👩‍🏫  ผู้เข้าอบรม: คณะครูทุกท่าน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 / 17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ATLAS คืออะไร?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ระบบช่วยครูบันทึกและวิเคราะห์การสอน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188720"/>
            <a:ext cx="7315200" cy="777240"/>
          </a:xfrm>
          <a:prstGeom prst="rect">
            <a:avLst/>
          </a:prstGeom>
          <a:solidFill>
            <a:srgbClr val="CCFBF1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12344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ATLAS ช่วยให้ครูบันทึกผลการสอนรายคาบ วิเคราะห์จุดอ่อนของนักเรียน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และใช้ AI สร้างแผนการสอนที่ตรงกับห้องเรียนของตัวเอง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148840"/>
            <a:ext cx="1965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148840"/>
            <a:ext cx="19659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2860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📝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0040" y="29443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บันทึกการสอน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2918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กรอกผลการสอนรายคาบ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วิเคราะห์ Gap อัตโนมัติ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68880" y="2148840"/>
            <a:ext cx="1965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68880" y="2148840"/>
            <a:ext cx="19659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22860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468880" y="29443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Lesson Plan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60320" y="32918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ให้ AI สร้างแผนการสอน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ตามบริบทห้องเรียนของคุณ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17720" y="2148840"/>
            <a:ext cx="1965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2148840"/>
            <a:ext cx="19659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22860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617720" y="29443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09160" y="32918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ภาพรวมคะแนนทั้งโรงเรียน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แจ้งเตือนห้องเรียนเสี่ยง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66560" y="2148840"/>
            <a:ext cx="1965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66560" y="2148840"/>
            <a:ext cx="19659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22860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💬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6766560" y="29443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Chat วิเคราะห์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0" y="32918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ถามข้อมูลการเรียนการสอน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ได้ทุกเวลา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กำหนดการอบรมวันนี้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 กิจกรรมหลัก ~ 2-3 ชั่วโมง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89120" y="1097280"/>
            <a:ext cx="54864" cy="37490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2070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09:00 – 09:30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61104" y="1170432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109728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97280"/>
            <a:ext cx="54864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1521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🎯  ตอนที่ 1  ›  อัปโหลดบันทึกการสอน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4813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โหลดข้อมูลเทอมที่แล้วเข้าระบบด้วยไฟล์ CSV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2880" y="21396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09:30 – 10:00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61104" y="2103120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2029968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029968"/>
            <a:ext cx="54864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20848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☕  พักเบรค  ›  พักรับประทานอาหารว่าง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4140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15-20 นาที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2880" y="30723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10:00 – 11:30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61104" y="3035808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2962656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962656"/>
            <a:ext cx="54864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017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✏️  ตอนที่ 2  ›  สร้างแผนการสอนด้วย AI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33467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กรอกข้อมูลและให้ AI สร้างแผนการสอนรายชั่วโมง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82880" y="40050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11:30 – 12:00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61104" y="3968496"/>
            <a:ext cx="256032" cy="25603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3895344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3895344"/>
            <a:ext cx="54864" cy="7772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9502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🙋  ถาม-ตอบ  ›  ฝึกปฏิบัติ + Q&amp;A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46320" y="42793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ลองใช้งานจริงและตอบทุกคำถาม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80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pc="800" kern="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PART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📁  อัปโหลดบันทึกการสอน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371600" y="28346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นำข้อมูลบันทึกการสอนจากเทอมที่แล้วเข้าสู่ระบบ ATLAS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ข้อมูลบันทึกการสอนในระบบปัจจุบัน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ธ.ค. 2568 – ก.พ. 2569  |  ข้อมูลจริงจากโรงเรียน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19659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801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140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" y="18745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คาบ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21762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คาบที่บันทึก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68880" y="1143000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1143000"/>
            <a:ext cx="1965960" cy="64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12801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366F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4.22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468880" y="18745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/ 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68880" y="21762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คะแนน Mastery เฉลี่ย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17720" y="1143000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1143000"/>
            <a:ext cx="19659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12801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617720" y="18745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วิชา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17720" y="21762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วิชาที่สอน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66560" y="1143000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66560" y="1143000"/>
            <a:ext cx="196596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12801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C5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6766560" y="18745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ระดับ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66560" y="21762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ชั้นเรียน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0040" y="26974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วิชาที่มีบันทึกการสอน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017520"/>
          <a:ext cx="8503920" cy="914400"/>
        </p:xfrm>
        <a:graphic>
          <a:graphicData uri="http://schemas.openxmlformats.org/drawingml/2006/table">
            <a:tbl>
              <a:tblPr/>
              <a:tblGrid>
                <a:gridCol w="2125980"/>
                <a:gridCol w="2125980"/>
                <a:gridCol w="2125980"/>
                <a:gridCol w="212598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วิชา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ชั้น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จำนวนคาบ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Mastery เฉลี่ย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การอ่านและการเขียนเพื่อการสื่อสาร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ป.1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23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3.39 / 5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การคิดคำนวณ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ป.1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22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3.64 / 5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ภาษาไทย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ป.4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21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4.90 / 5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คณิตศาสตร์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ป.4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21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4.33 / 5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ภาษาอังกฤษ KBW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ป.4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21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4.57 / 5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วิทยาศาสตร์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ป.4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17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4.41 / 5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ภาษาอังกฤษ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ป.4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15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4.53 / 5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" name="Text 25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ไฟล์ CSV คืออะไร?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ไฟล์ตารางข้อมูลแบบเรียบง่าย เปิดได้ด้วย Excel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41148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704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📄  CSV คืออะไร?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3794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CSV = Comma-Separated Values
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ไฟล์ข้อมูลที่แต่ละคอลัมน์คั่นด้วยเครื่องหมายจุลภาค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✅  เปิดได้ด้วย Excel หรือ Google Sheets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✅  บันทึกเป็น .csv แทน .xlsx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✅  ใช้บันทึกผลการสอนแต่ละคาบ
</a:t>
            </a:r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💡  เทอมที่แล้วใช้ Excel อยู่แล้ว?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 File → Save As → เลือก CSV UTF-8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097280"/>
            <a:ext cx="4114800" cy="64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1704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🖥️  ตัวอย่างหน้าตา CSV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1554480"/>
          <a:ext cx="3886200" cy="914400"/>
        </p:xfrm>
        <a:graphic>
          <a:graphicData uri="http://schemas.openxmlformats.org/drawingml/2006/table">
            <a:tbl>
              <a:tblPr/>
              <a:tblGrid>
                <a:gridCol w="971550"/>
                <a:gridCol w="971550"/>
                <a:gridCol w="971550"/>
                <a:gridCol w="97155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วันที่สอน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ระดับชั้น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วิชา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คะแนน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15/12/68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ป.1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การอ่านฯ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16/12/68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ป.1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คณิตฯ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17/12/68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ป.4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ภาษาไทย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...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...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...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...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4800600" y="34747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ไฟล์ตัวอย่างดาวน์โหลดได้จากหน้า "อัปโหลด CSV" ในระบบ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คอลัมน์ที่ต้องมีในไฟล์ CSV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ระบบจะอ่านชื่อภาษาไทยหรือภาษาอังกฤษก็ได้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41148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521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✅  คอลัมน์บังคับ (ต้องมี)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591056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5910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วันที่สอน (teaching_date)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093976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0939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ระดับชั้น (grade_level)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96896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5968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ห้องเรียน (classroom)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99816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0998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วิชา (subject)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602736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60273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Mastery Score (คะแนน 1–5)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109728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097280"/>
            <a:ext cx="4114800" cy="3840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1521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📌  คอลัมน์เสริม (ใส่ได้แต่ไม่บังคับ)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1609344"/>
            <a:ext cx="164592" cy="164592"/>
          </a:xfrm>
          <a:prstGeom prst="rect">
            <a:avLst/>
          </a:prstGeom>
          <a:solidFill>
            <a:srgbClr val="E0E7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15910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หน่วยการเรียนรู้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2011680"/>
            <a:ext cx="164592" cy="164592"/>
          </a:xfrm>
          <a:prstGeom prst="rect">
            <a:avLst/>
          </a:prstGeom>
          <a:solidFill>
            <a:srgbClr val="E0E7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19933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เรื่องที่สอน (topic)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2414016"/>
            <a:ext cx="164592" cy="164592"/>
          </a:xfrm>
          <a:prstGeom prst="rect">
            <a:avLst/>
          </a:prstGeom>
          <a:solidFill>
            <a:srgbClr val="E0E7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23957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Activity Mode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2816352"/>
            <a:ext cx="164592" cy="164592"/>
          </a:xfrm>
          <a:prstGeom prst="rect">
            <a:avLst/>
          </a:prstGeom>
          <a:solidFill>
            <a:srgbClr val="E0E7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27980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ปัญหาหลัก (major_gap)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3218688"/>
            <a:ext cx="164592" cy="164592"/>
          </a:xfrm>
          <a:prstGeom prst="rect">
            <a:avLst/>
          </a:prstGeom>
          <a:solidFill>
            <a:srgbClr val="E0E7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0" y="32004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จำนวนนักเรียน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46320" y="3621024"/>
            <a:ext cx="164592" cy="164592"/>
          </a:xfrm>
          <a:prstGeom prst="rect">
            <a:avLst/>
          </a:prstGeom>
          <a:solidFill>
            <a:srgbClr val="E0E7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0" y="36027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กลยุทธ์ครั้งต่อไป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46320" y="4023360"/>
            <a:ext cx="164592" cy="164592"/>
          </a:xfrm>
          <a:prstGeom prst="rect">
            <a:avLst/>
          </a:prstGeom>
          <a:solidFill>
            <a:srgbClr val="E0E7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20640" y="40050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สะท้อนคิด (reflection)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solidFill>
            <a:srgbClr val="CCFBF1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💡  ถ้าไม่แน่ใจ ดาวน์โหลดเทมเพลตจากแอปได้เลย — มีตัวอย่างครบทุกคอลัมน์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เปิดหน้า "อัปโหลด CSV"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ขั้นตอนที่ 1 จาก 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344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1️⃣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128016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เข้าสู่ระบบ ATLAS แล้วคลิกเมนู "อัปโหลด CSV" ในแถบด้านซ้าย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103120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2258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2️⃣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05840" y="219456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เลือกแท็บ "บันทึกการสอน" (ไม่ใช่แท็บ "คะแนนประเมิน")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3017520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3172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3️⃣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5840" y="310896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หากยังไม่มีไฟล์ CSV ให้ดาวน์โหลดเทมเพลตก่อน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คลิก "ดาวน์โหลดเทมเพลต CSV"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977640"/>
            <a:ext cx="8503920" cy="411480"/>
          </a:xfrm>
          <a:prstGeom prst="rect">
            <a:avLst/>
          </a:prstGeom>
          <a:solidFill>
            <a:srgbClr val="CCFBF1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0325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💡  แท็บ 'บันทึกการสอน' คือที่อัปโหลดบันทึกรายคาบ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เลือกไฟล์ + ตั้งค่า + อัปโหลด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ขั้นตอนที่ 2 จาก 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344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📂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128016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กดปุ่ม "เลือกไฟล์ CSV" แล้วเลือกไฟล์จากคอมพิวเตอร์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103120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2258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05840" y="219456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ตรวจสอบ "ชื่อครูผู้สอน" ที่ระบบอ่านมาอัตโนมัติ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หากไม่ถูกต้อง กด "แก้ไข" เพื่อเปลี่ยน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3017520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3172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5840" y="310896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 "ปีการศึกษา / เทอม" ให้ตรงกับข้อมูลที่นำเข้า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(เช่น 2568-2 คือ เทอม 2 ปีการศึกษา 2568)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931920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1480" y="4087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⬆️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05840" y="402336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กดปุ่ม "นำเข้าข้อมูล" แล้วรอสักครู่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4892040"/>
            <a:ext cx="8503920" cy="411480"/>
          </a:xfrm>
          <a:prstGeom prst="rect">
            <a:avLst/>
          </a:prstGeom>
          <a:solidFill>
            <a:srgbClr val="FEF9C3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9469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⚠️  ระบบจะข้ามแถวซ้ำอัตโนมัติ ไม่ต้องกังวลถ้าอัปโหลดไฟล์เดิมสองครั้ง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ตรวจสอบผลการนำเข้า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ขั้นตอนที่ 3 จาก 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344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128016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กรอบสีเขียว = นำเข้าสำเร็จ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แสดงจำนวนแถวที่บันทึกได้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103120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2258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05840" y="219456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กรอบสีเหลือง = มีบางแถวที่นำเข้าไม่ได้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อ่านข้อความแจ้งเตือนเพื่อแก้ไข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3017520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3172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5840" y="310896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หลังนำเข้าสำเร็จ ไปที่เมนู "Dashboard"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เพื่อดูข้อมูลที่อัปเดตแล้ว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977640"/>
            <a:ext cx="8503920" cy="411480"/>
          </a:xfrm>
          <a:prstGeom prst="rect">
            <a:avLst/>
          </a:prstGeom>
          <a:solidFill>
            <a:srgbClr val="CCFBF1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0325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💡  ข้อผิดพลาดที่พบบ่อย: รูปแบบวันที่ไม่ถูก (ต้องใช้ วว/ดด/ปปปป หรือ ปปปป-ดด-วว)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114800" cy="41148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560320"/>
            <a:ext cx="3200400" cy="3200400"/>
          </a:xfrm>
          <a:prstGeom prst="ellipse">
            <a:avLst/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188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pc="800" kern="0" dirty="0">
                <a:solidFill>
                  <a:srgbClr val="14B8A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PART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🤖  สร้างแผนการสอนด้วย AI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371600" y="2743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ให้ AI วิเคราะห์ข้อมูลการสอนของคุณ แล้วสร้างแผนการสอนที่ตรงกับห้องเรียนจริง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3291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✨  ไม่ต้องเขียนเอง  •  ปรับแต่งได้  •  ใช้ไม่กี่นาที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ช่วยสร้างแผนการสอนอย่างไร?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ระบบดึงข้อมูลบันทึกการสอนของคุณมาวิเคราะห์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1188720"/>
            <a:ext cx="22860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188720"/>
            <a:ext cx="2286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173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14400" y="20574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ข้อมูลบันทึก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การสอน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54680" y="21488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749040" y="1188720"/>
            <a:ext cx="22860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49040" y="1188720"/>
            <a:ext cx="2286000" cy="64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14173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840480" y="20574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วิเคราะห์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จุดอ่อน-จุดแข็ง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80760" y="21488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675120" y="1188720"/>
            <a:ext cx="22860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75120" y="1188720"/>
            <a:ext cx="2286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14173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766560" y="20574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แผนการสอน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พร้อมใช้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3520440"/>
            <a:ext cx="8503920" cy="1417320"/>
          </a:xfrm>
          <a:prstGeom prst="rect">
            <a:avLst/>
          </a:prstGeom>
          <a:solidFill>
            <a:srgbClr val="CCFBF1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5844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📄  แผนการสอนที่ได้จาก AI ประกอบด้วย: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39136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จุดประสงค์การเรียนรู้  •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กิจกรรมการสอนรายชั่วโมง  •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สื่อและอุปกรณ์  •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แบบฝึกหัด  •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เกณฑ์การประเมิน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ส่งออกเป็น Word document ได้ทันที — พิมพ์หรือแชร์ต่อได้เลย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เปิดหน้า "แผนการสอน"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ขั้นตอนที่ 1 จาก 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344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1️⃣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128016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คลิกเมนู "แผนการสอน" ในแถบด้านซ้ายของหน้าจอ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103120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2258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2️⃣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05840" y="219456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ระบบจะโหลดข้อมูลชั้นเรียน วิชา และห้องจาก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บันทึกการสอนที่มีอยู่ในระบบโดยอัตโนมัติ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3017520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3172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3️⃣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5840" y="310896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หากเพิ่งอัปโหลด CSV เสร็จ ข้อมูลจะปรากฏที่นี่ทันที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977640"/>
            <a:ext cx="8503920" cy="411480"/>
          </a:xfrm>
          <a:prstGeom prst="rect">
            <a:avLst/>
          </a:prstGeom>
          <a:solidFill>
            <a:srgbClr val="FEF9C3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0325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💡  ถ้าไม่มีข้อมูลในระบบ ตัวเลือกวิชาและชั้นเรียนจะว่างเปล่า → อัปโหลด CSV ก่อน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กรอกข้อมูลแผนการสอน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ขั้นตอนที่ 2 จาก 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344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🎓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128016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 ระดับชั้น / ห้องเรียน / วิชา จากตัวเลือกที่มี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103120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2258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05840" y="219456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ใส่ "หน่วยการเรียนรู้" และ "เรื่องที่ต้องการสอน"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ให้ชัดเจน เช่น "หน่วย 3: ระบบสุริยะ"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3017520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3172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⏰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5840" y="310896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เลือกจำนวนชั่วโมงที่ต้องการ (1–5 ชั่วโมง)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และโหมดการสร้าง (Reflection Mode แนะนำ)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931920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1480" y="4087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▶️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05840" y="402336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กดปุ่ม "สร้างแผนการสอน" แล้วรอ AI ประมาณ 15–30 วินาที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4892040"/>
            <a:ext cx="8503920" cy="411480"/>
          </a:xfrm>
          <a:prstGeom prst="rect">
            <a:avLst/>
          </a:prstGeom>
          <a:solidFill>
            <a:srgbClr val="CCFBF1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9469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💡  Reflection Mode = AI ดึงบันทึกการสอนล่าสุดของวิชานั้นมาวิเคราะห์ก่อนสร้างแผน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รับแผนการสอนและส่งออก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ขั้นตอนที่ 3 จาก 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344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👀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128016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แผนการสอนจะแสดงผลแบบ streaming (ค่อยๆ ปรากฏ)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รอจนข้อความหยุดก่อนทำขั้นตอนต่อไป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103120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2258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✏️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05840" y="219456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อ่านทบทวนเนื้อหา หากต้องการปรับ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กดปุ่ม "ต่อเติม" เพื่อเพิ่มหรือแก้ไขบางส่วน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3017520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3172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💾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5840" y="310896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กดปุ่ม "ส่งออก Word" เพื่อดาวน์โหลดเป็นไฟล์ .docx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พร้อมพิมพ์และนำไปใช้ในห้องเรียนได้เลย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977640"/>
            <a:ext cx="8503920" cy="411480"/>
          </a:xfrm>
          <a:prstGeom prst="rect">
            <a:avLst/>
          </a:prstGeom>
          <a:solidFill>
            <a:srgbClr val="FEF9C3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0325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⚠️  ระบบ AI ขอได้ 1 ครั้งต่อ 10 วินาที หากกดแล้วไม่ตอบ รอสักครู่แล้วลองใหม่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🙋 ฝึกปฏิบัติ — ลองทำด้วยตัวเอง!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เวลา ~30 นาที  |  วิทยากรพร้อมช่วยเหลือ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41605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2588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34416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อัปโหลด CSV บันทึกการสอน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1856232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ใช้ไฟล์เทมเพลตที่แจก หรือไฟล์ของตัวเอง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อัปโหลดเข้าระบบและตรวจสอบผลว่า 'นำเข้าสำเร็จ'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14300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143000"/>
            <a:ext cx="4160520" cy="64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37760" y="1325880"/>
            <a:ext cx="457200" cy="4572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532120" y="134416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 Dashboard หลังอัปโหลด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1856232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เปิดเมนู Dashboard ดูกราฟและคะแนน Mastery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ของชั้นเรียนที่เพิ่งนำเข้า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292608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926080"/>
            <a:ext cx="41605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10896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312724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สร้างแผนการสอนด้วย AI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3639312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เปิดเมนู 'แผนการสอน' เลือกวิชาที่สอน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กรอกชื่อหน่วยและหัวข้อ แล้วกดสร้าง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292608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926080"/>
            <a:ext cx="416052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37760" y="3108960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532120" y="312724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ส่งออก Word document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37760" y="3639312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เมื่อได้แผนการสอนแล้ว กด 'ส่งออก Word'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และเปิดไฟล์ที่ดาวน์โหลดมา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6366F1">
              <a:alpha val="1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🎉  สรุปสิ่งที่เรียนรู้วันนี้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1024128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28016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📁  อัปโหลดบันทึกการสอน CSV เข้าระบบ ATLAS ได้แล้ว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187452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📊  ดู Dashboard วิเคราะห์ผลการสอนรายวิชาและรายชั้น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246888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🤖  ให้ AI สร้างแผนการสอนจากข้อมูลจริงในห้องเรียน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306324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💾  ส่งออกเป็น Word document พร้อมนำไปใช้ได้เลย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71600" y="3931920"/>
            <a:ext cx="6400800" cy="73152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39319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🙌  ขอบคุณทุกท่านที่เข้าร่วมอบรม!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หากมีคำถามเพิ่มเติม ติดต่อผู้ดูแลระบบได้เสมอ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17 / 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อบรมการใช้งาน ATLAS</dc:title>
  <dc:subject>PptxGenJS Presentation</dc:subject>
  <dc:creator>ATLAS Training</dc:creator>
  <cp:lastModifiedBy>ATLAS Training</cp:lastModifiedBy>
  <cp:revision>1</cp:revision>
  <dcterms:created xsi:type="dcterms:W3CDTF">2026-05-04T14:41:21Z</dcterms:created>
  <dcterms:modified xsi:type="dcterms:W3CDTF">2026-05-04T14:41:21Z</dcterms:modified>
</cp:coreProperties>
</file>